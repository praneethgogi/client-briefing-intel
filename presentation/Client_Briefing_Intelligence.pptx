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thank you for the time. I'm Praneeth.</a:t>
            </a:r>
          </a:p>
          <a:p/>
          <a:p>
            <a:r>
              <a:t>What I've built is a working prototype for client meeting briefings, running on</a:t>
            </a:r>
          </a:p>
          <a:p>
            <a:r>
              <a:t>my laptop on entirely synthetic data. I'll spend about five minutes on how I</a:t>
            </a:r>
          </a:p>
          <a:p>
            <a:r>
              <a:t>reimagined the workflow, five on the demo, and the rest on where the LLM is and</a:t>
            </a:r>
          </a:p>
          <a:p>
            <a:r>
              <a:t>isn't used, and how I'd prove this is safe to run.</a:t>
            </a:r>
          </a:p>
          <a:p/>
          <a:p>
            <a:r>
              <a:t>One thing up front: every company, person and number you'll see is fictional.</a:t>
            </a:r>
          </a:p>
          <a:p>
            <a:r>
              <a:t>Nothing here touches real client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reframe that drove every design decision.</a:t>
            </a:r>
          </a:p>
          <a:p/>
          <a:p>
            <a:r>
              <a:t>The obvious problem is that prep is slow: an analyst spends two or three hours</a:t>
            </a:r>
          </a:p>
          <a:p>
            <a:r>
              <a:t>searching eight systems. That's real, but it isn't the expensive problem.</a:t>
            </a:r>
          </a:p>
          <a:p/>
          <a:p>
            <a:r>
              <a:t>The expensive problem is that the briefing can be confidently wrong. The CRM says</a:t>
            </a:r>
          </a:p>
          <a:p>
            <a:r>
              <a:t>one AUM figure, the performance system says another. The contact record is ten</a:t>
            </a:r>
          </a:p>
          <a:p>
            <a:r>
              <a:t>months stale, so you greet the wrong CIO. A commitment sits in an email thread</a:t>
            </a:r>
          </a:p>
          <a:p>
            <a:r>
              <a:t>and never reaches the CRM, so nobody delivers it. And some of what's in the</a:t>
            </a:r>
          </a:p>
          <a:p>
            <a:r>
              <a:t>system is restricted and must never reach a sales conversation at all.</a:t>
            </a:r>
          </a:p>
          <a:p/>
          <a:p>
            <a:r>
              <a:t>So I optimised for trustworthiness first and speed second. Speed is a</a:t>
            </a:r>
          </a:p>
          <a:p>
            <a:r>
              <a:t>by-product; trust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users, and they want different things.</a:t>
            </a:r>
          </a:p>
          <a:p/>
          <a:p>
            <a:r>
              <a:t>The relationship manager wants to walk in prepared and not be surprised. The</a:t>
            </a:r>
          </a:p>
          <a:p>
            <a:r>
              <a:t>analyst wants their hours back. The control functions want to know that nothing</a:t>
            </a:r>
          </a:p>
          <a:p>
            <a:r>
              <a:t>leaked and that every statement can be traced.</a:t>
            </a:r>
          </a:p>
          <a:p/>
          <a:p>
            <a:r>
              <a:t>The important point is the last row. I didn't define success as "the memo reads</a:t>
            </a:r>
          </a:p>
          <a:p>
            <a:r>
              <a:t>well". I defined it as seven questions answered, every statement cited, conflicts</a:t>
            </a:r>
          </a:p>
          <a:p>
            <a:r>
              <a:t>shown rather than smoothed over, entitlements enforced, and actions tracked.</a:t>
            </a:r>
          </a:p>
          <a:p>
            <a:r>
              <a:t>Those are all testable, which is what makes the evaluation plan possible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submission, so I'll slow down here.</a:t>
            </a:r>
          </a:p>
          <a:p/>
          <a:p>
            <a:r>
              <a:t>The brief said: reimagine the workflow, and don't assume the answer is a memo or</a:t>
            </a:r>
          </a:p>
          <a:p>
            <a:r>
              <a:t>a chatbot. A memo is stale the moment it's written. A chatbot makes the human do</a:t>
            </a:r>
          </a:p>
          <a:p>
            <a:r>
              <a:t>the work of knowing what to ask.</a:t>
            </a:r>
          </a:p>
          <a:p/>
          <a:p>
            <a:r>
              <a:t>So I treated the meeting as the unit of work, not the document, and I built</a:t>
            </a:r>
          </a:p>
          <a:p>
            <a:r>
              <a:t>around a loop with three phases.</a:t>
            </a:r>
          </a:p>
          <a:p/>
          <a:p>
            <a:r>
              <a:t>Before: unify the data, resolve entities, then generate a briefing where every</a:t>
            </a:r>
          </a:p>
          <a:p>
            <a:r>
              <a:t>statement is cited and checked.</a:t>
            </a:r>
          </a:p>
          <a:p/>
          <a:p>
            <a:r>
              <a:t>During: the briefing leads with the three things that will actually come up, and</a:t>
            </a:r>
          </a:p>
          <a:p>
            <a:r>
              <a:t>each one is one click from its source.</a:t>
            </a:r>
          </a:p>
          <a:p/>
          <a:p>
            <a:r>
              <a:t>After: notes captured in thirty seconds become tracked commitments, and those</a:t>
            </a:r>
          </a:p>
          <a:p>
            <a:r>
              <a:t>feed the next briefing. That's the closing of the loop, and it's the part that</a:t>
            </a:r>
          </a:p>
          <a:p>
            <a:r>
              <a:t>compounds. Each meeting leaves the relationship better documented than it found</a:t>
            </a:r>
          </a:p>
          <a:p>
            <a:r>
              <a:t>it.</a:t>
            </a:r>
          </a:p>
          <a:p/>
          <a:p>
            <a:r>
              <a:t>The prototype does all three. What I'd change next is the surfacing, and I'll</a:t>
            </a:r>
          </a:p>
          <a:p>
            <a:r>
              <a:t>come back to that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build this. I'll be quick, and I'm happy to go deeper in questions.</a:t>
            </a:r>
          </a:p>
          <a:p/>
          <a:p>
            <a:r>
              <a:t>Option B is agent-first: give a model the tools and let it decide what to call.</a:t>
            </a:r>
          </a:p>
          <a:p>
            <a:r>
              <a:t>It demos well and it's genuinely flexible. But it's hard to evaluate, latency is</a:t>
            </a:r>
          </a:p>
          <a:p>
            <a:r>
              <a:t>unpredictable, and crucially it weakens the answer to "where is the LLM not</a:t>
            </a:r>
          </a:p>
          <a:p>
            <a:r>
              <a:t>used", because the answer becomes "it's used everywhere, including the security</a:t>
            </a:r>
          </a:p>
          <a:p>
            <a:r>
              <a:t>path".</a:t>
            </a:r>
          </a:p>
          <a:p/>
          <a:p>
            <a:r>
              <a:t>Option C is knowledge-graph-first. Right long-term answer for entity resolution</a:t>
            </a:r>
          </a:p>
          <a:p>
            <a:r>
              <a:t>at scale, too big for one day, and it doesn't de-risk generation.</a:t>
            </a:r>
          </a:p>
          <a:p/>
          <a:p>
            <a:r>
              <a:t>I chose A: a deterministic backbone with the LLM at the edges. Code decides,</a:t>
            </a:r>
          </a:p>
          <a:p>
            <a:r>
              <a:t>the model reads and writes. It can't fail badly in a live demo, and every claim</a:t>
            </a:r>
          </a:p>
          <a:p>
            <a:r>
              <a:t>I make about it is measurable.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sources, ingestion, one governed store, then serving.</a:t>
            </a:r>
          </a:p>
          <a:p/>
          <a:p>
            <a:r>
              <a:t>Ingestion does four things: resolves records to clients, applies data-quality</a:t>
            </a:r>
          </a:p>
          <a:p>
            <a:r>
              <a:t>rules, uses the LLM to extract asks and commitments from free text, and records</a:t>
            </a:r>
          </a:p>
          <a:p>
            <a:r>
              <a:t>lineage for every row.</a:t>
            </a:r>
          </a:p>
          <a:p/>
          <a:p>
            <a:r>
              <a:t>Everything then lands in one canonical store. In the prototype that's SQLite; in</a:t>
            </a:r>
          </a:p>
          <a:p>
            <a:r>
              <a:t>production it's a governed lakehouse, and nothing above it changes.</a:t>
            </a:r>
          </a:p>
          <a:p/>
          <a:p>
            <a:r>
              <a:t>On the serving side the important detail is the order. Identity is resolved</a:t>
            </a:r>
          </a:p>
          <a:p>
            <a:r>
              <a:t>first. Every tool call is entitlement-checked before it runs, so retrieval is</a:t>
            </a:r>
          </a:p>
          <a:p>
            <a:r>
              <a:t>already filtered before scoring, and the model only ever sees text this user is</a:t>
            </a:r>
          </a:p>
          <a:p>
            <a:r>
              <a:t>allowed to see.</a:t>
            </a:r>
          </a:p>
          <a:p/>
          <a:p>
            <a:r>
              <a:t>Then LangGraph fans out: seven sections drafted in parallel, each one verified,</a:t>
            </a:r>
          </a:p>
          <a:p>
            <a:r>
              <a:t>and anything that fails verification falls back to deterministic text.</a:t>
            </a:r>
          </a:p>
          <a:p/>
          <a:p>
            <a:r>
              <a:t>The same governed tools back the REST API, the MCP server and the eval harness.</a:t>
            </a:r>
          </a:p>
          <a:p>
            <a:r>
              <a:t>One contract, three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I'd most like you to take away.</a:t>
            </a:r>
          </a:p>
          <a:p/>
          <a:p>
            <a:r>
              <a:t>The rule is one line: the LLM reads and writes; code decides.</a:t>
            </a:r>
          </a:p>
          <a:p/>
          <a:p>
            <a:r>
              <a:t>Anything that must be exact, repeatable or defensible is code. Entity</a:t>
            </a:r>
          </a:p>
          <a:p>
            <a:r>
              <a:t>resolution, because a wrong merge is a data-access incident. Entitlements,</a:t>
            </a:r>
          </a:p>
          <a:p>
            <a:r>
              <a:t>because security decisions are never probabilistic. Every number, because</a:t>
            </a:r>
          </a:p>
          <a:p>
            <a:r>
              <a:t>numbers must reconcile. Conflict detection and commitment status, because</a:t>
            </a:r>
          </a:p>
          <a:p>
            <a:r>
              <a:t>they're just comparisons of sources and dates.</a:t>
            </a:r>
          </a:p>
          <a:p/>
          <a:p>
            <a:r>
              <a:t>The model does the two things it's genuinely better at than code: reading messy</a:t>
            </a:r>
          </a:p>
          <a:p>
            <a:r>
              <a:t>free text, and turning verified facts into readable prose.</a:t>
            </a:r>
          </a:p>
          <a:p/>
          <a:p>
            <a:r>
              <a:t>And even there it's fenced. Extraction is schema-validated and cached. Narrative</a:t>
            </a:r>
          </a:p>
          <a:p>
            <a:r>
              <a:t>gets an evidence pack and nothing else, must cite, and is checked before display.</a:t>
            </a:r>
          </a:p>
          <a:p/>
          <a:p>
            <a:r>
              <a:t>One consequence worth stating: the uncertainty section is deliberately never</a:t>
            </a:r>
          </a:p>
          <a:p>
            <a:r>
              <a:t>LLM-written. The one thing a language model will reliably do is smooth over a</a:t>
            </a:r>
          </a:p>
          <a:p>
            <a:r>
              <a:t>contradiction, and that section exists precisely to not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unification, briefly, because this is where most of the real work sits.</a:t>
            </a:r>
          </a:p>
          <a:p/>
          <a:p>
            <a:r>
              <a:t>Records resolve to a client in a fixed ladder: ID, then LEI, then exact alias,</a:t>
            </a:r>
          </a:p>
          <a:p>
            <a:r>
              <a:t>then fuzzy match. And the ladder has a middle band, which is the part I'd argue</a:t>
            </a:r>
          </a:p>
          <a:p>
            <a:r>
              <a:t>for. Above ninety it merges automatically. Below seventy-five it's rejected.</a:t>
            </a:r>
          </a:p>
          <a:p>
            <a:r>
              <a:t>Between those, it goes to a human.</a:t>
            </a:r>
          </a:p>
          <a:p/>
          <a:p>
            <a:r>
              <a:t>The example in the data is deliberate. "Northwind Capitol Partners" - a typo -</a:t>
            </a:r>
          </a:p>
          <a:p>
            <a:r>
              <a:t>scores ninety-six and merges. "Northwood Capital Group" scores seventy-five and</a:t>
            </a:r>
          </a:p>
          <a:p>
            <a:r>
              <a:t>does not merge; it's held for a data steward. Those two are four characters</a:t>
            </a:r>
          </a:p>
          <a:p>
            <a:r>
              <a:t>apart and must be treated completely differently. An LLM asked to judge that</a:t>
            </a:r>
          </a:p>
          <a:p>
            <a:r>
              <a:t>will be confidently wrong some fraction of the time, and you won't know which.</a:t>
            </a:r>
          </a:p>
          <a:p/>
          <a:p>
            <a:r>
              <a:t>Everything that can't be resolved cleanly becomes a visible data-quality issue</a:t>
            </a:r>
          </a:p>
          <a:p>
            <a:r>
              <a:t>in the briefing, rather than a silent omission.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and controls. Four points, then the screenshot.</a:t>
            </a:r>
          </a:p>
          <a:p/>
          <a:p>
            <a:r>
              <a:t>First, a principal is identity times purpose. The same person doing meeting prep</a:t>
            </a:r>
          </a:p>
          <a:p>
            <a:r>
              <a:t>and doing supervisory review does not get the same answer. Purpose is part of</a:t>
            </a:r>
          </a:p>
          <a:p>
            <a:r>
              <a:t>the check, not an afterthought.</a:t>
            </a:r>
          </a:p>
          <a:p/>
          <a:p>
            <a:r>
              <a:t>Second, the filter runs before retrieval, not after generation. The index carries</a:t>
            </a:r>
          </a:p>
          <a:p>
            <a:r>
              <a:t>ACL metadata, so unentitled documents are removed before scoring. The model</a:t>
            </a:r>
          </a:p>
          <a:p>
            <a:r>
              <a:t>physically never receives text this user can't see. You cannot leak what was</a:t>
            </a:r>
          </a:p>
          <a:p>
            <a:r>
              <a:t>never in the prompt.</a:t>
            </a:r>
          </a:p>
          <a:p/>
          <a:p>
            <a:r>
              <a:t>Third, MNPI has a zero footprint. Restricted documents aren't just hidden -</a:t>
            </a:r>
          </a:p>
          <a:p>
            <a:r>
              <a:t>they're not counted. Leo is told "one item withheld: revenue data", because he's</a:t>
            </a:r>
          </a:p>
          <a:p>
            <a:r>
              <a:t>allowed to know that. Nobody is told that a deal exists.</a:t>
            </a:r>
          </a:p>
          <a:p/>
          <a:p>
            <a:r>
              <a:t>Fourth, over MCP the identity comes from the host environment, never from a tool</a:t>
            </a:r>
          </a:p>
          <a:p>
            <a:r>
              <a:t>argument. A model cannot choose whose permissions it runs with.</a:t>
            </a:r>
          </a:p>
          <a:p/>
          <a:p>
            <a:r>
              <a:t>On screen: same client, same moment, different analyst. Revenue is gone, the</a:t>
            </a:r>
          </a:p>
          <a:p>
            <a:r>
              <a:t>banner says so, and the third client isn't even in 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Switching to the live app now.</a:t>
            </a:r>
          </a:p>
          <a:p/>
          <a:p>
            <a:r>
              <a:t>[If the demo fails: this screenshot is the same view, and offline mode is</a:t>
            </a:r>
          </a:p>
          <a:p>
            <a:r>
              <a:t>configured as a fallback - LLM_MODE=offline in .env - so I can still show the</a:t>
            </a:r>
          </a:p>
          <a:p>
            <a:r>
              <a:t>full flow without the network.]</a:t>
            </a:r>
          </a:p>
          <a:p/>
          <a:p>
            <a:r>
              <a:t>Run the script: build, talking points, click a citation, what changed, the</a:t>
            </a:r>
          </a:p>
          <a:p>
            <a:r>
              <a:t>ledger with the untracked ask, the conflicts, create the action, switch to Leo,</a:t>
            </a:r>
          </a:p>
          <a:p>
            <a:r>
              <a:t>switch to Ben for the denial, run trace, post-meeting capture, evaluation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I'd prove this is safe to run.</a:t>
            </a:r>
          </a:p>
          <a:p/>
          <a:p>
            <a:r>
              <a:t>Thirteen gates in five families. The top family is absolute: zero leakage, access</a:t>
            </a:r>
          </a:p>
          <a:p>
            <a:r>
              <a:t>control exactly right, injection produces nothing. Those aren't thresholds I</a:t>
            </a:r>
          </a:p>
          <a:p>
            <a:r>
              <a:t>tune - they're pass or fail at one hundred percent, and the build fails if they</a:t>
            </a:r>
          </a:p>
          <a:p>
            <a:r>
              <a:t>slip.</a:t>
            </a:r>
          </a:p>
          <a:p/>
          <a:p>
            <a:r>
              <a:t>Groundedness: every statement carries a valid citation, and every number matches</a:t>
            </a:r>
          </a:p>
          <a:p>
            <a:r>
              <a:t>the source it cites, within a tolerance and the same unit kind.</a:t>
            </a:r>
          </a:p>
          <a:p/>
          <a:p>
            <a:r>
              <a:t>Then completeness, component quality, and operational cost.</a:t>
            </a:r>
          </a:p>
          <a:p/>
          <a:p>
            <a:r>
              <a:t>The whole thing runs in CI on every push. And the rule I held to all day: when a</a:t>
            </a:r>
          </a:p>
          <a:p>
            <a:r>
              <a:t>gate failed, I fixed the prompt or the code. I never moved the threshold. A gate</a:t>
            </a:r>
          </a:p>
          <a:p>
            <a:r>
              <a:t>you move when it's inconvenient isn't a gate.</a:t>
            </a:r>
          </a:p>
          <a:p/>
          <a:p>
            <a:r>
              <a:t>In production this extends: shadow mode alongside analysts, thumbs up and down</a:t>
            </a:r>
          </a:p>
          <a:p>
            <a:r>
              <a:t>per bullet, drift monitoring on the rejection rate, periodic red-team sets, and</a:t>
            </a:r>
          </a:p>
          <a:p>
            <a:r>
              <a:t>a golden set grown from real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I'd least like to skip, because it's the honest one.</a:t>
            </a:r>
          </a:p>
          <a:p/>
          <a:p>
            <a:r>
              <a:t>My offline suite was thirteen out of thirteen green. Then I ran it against the</a:t>
            </a:r>
          </a:p>
          <a:p>
            <a:r>
              <a:t>real model for the first time, and it found five defects. I want to walk through</a:t>
            </a:r>
          </a:p>
          <a:p>
            <a:r>
              <a:t>two of them.</a:t>
            </a:r>
          </a:p>
          <a:p/>
          <a:p>
            <a:r>
              <a:t>The first: the new CIO's name rendered as the word "None" - on the conflict</a:t>
            </a:r>
          </a:p>
          <a:p>
            <a:r>
              <a:t>card, and in the suggested CRM action. The cause was that my extraction prompt</a:t>
            </a:r>
          </a:p>
          <a:p>
            <a:r>
              <a:t>never actually defined which person the "person" field meant. Offline mode</a:t>
            </a:r>
          </a:p>
          <a:p>
            <a:r>
              <a:t>replays human labels, which already had the name, so offline could never have</a:t>
            </a:r>
          </a:p>
          <a:p>
            <a:r>
              <a:t>caught it. Only a live run could.</a:t>
            </a:r>
          </a:p>
          <a:p/>
          <a:p>
            <a:r>
              <a:t>The second is the one I find genuinely instructive. My scorecard reported zero</a:t>
            </a:r>
          </a:p>
          <a:p>
            <a:r>
              <a:t>verifier rejections. That was false. The executive summary was failing</a:t>
            </a:r>
          </a:p>
          <a:p>
            <a:r>
              <a:t>verification on every single build and silently falling back to deterministic</a:t>
            </a:r>
          </a:p>
          <a:p>
            <a:r>
              <a:t>text - and my metric summed rejections across sections only. The summary wasn't</a:t>
            </a:r>
          </a:p>
          <a:p>
            <a:r>
              <a:t>in the denominator.</a:t>
            </a:r>
          </a:p>
          <a:p/>
          <a:p>
            <a:r>
              <a:t>The lesson generalises well beyond this project: an uninstrumented surface</a:t>
            </a:r>
          </a:p>
          <a:p>
            <a:r>
              <a:t>always looks perfect. Zero is only meaningful if you know what was counted.</a:t>
            </a:r>
          </a:p>
          <a:p/>
          <a:p>
            <a:r>
              <a:t>I fixed the prompt, and I fixed the metric to count the summary. It now reports</a:t>
            </a:r>
          </a:p>
          <a:p>
            <a:r>
              <a:t>zero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it landed, measured on the live model.</a:t>
            </a:r>
          </a:p>
          <a:p/>
          <a:p>
            <a:r>
              <a:t>All thirteen gates pass. Zero leakage, zero verifier rejections - and that zero</a:t>
            </a:r>
          </a:p>
          <a:p>
            <a:r>
              <a:t>now includes the summary. About four and a half seconds to build a briefing,</a:t>
            </a:r>
          </a:p>
          <a:p>
            <a:r>
              <a:t>roughly five thousand tokens, which is well under a cent.</a:t>
            </a:r>
          </a:p>
          <a:p/>
          <a:p>
            <a:r>
              <a:t>Two numbers I want to be honest about.</a:t>
            </a:r>
          </a:p>
          <a:p/>
          <a:p>
            <a:r>
              <a:t>Extraction F1 offline reads 1.0. That is replay, not a measurement - offline mode</a:t>
            </a:r>
          </a:p>
          <a:p>
            <a:r>
              <a:t>replays the human labels, so of course it agrees with them. The real number is</a:t>
            </a:r>
          </a:p>
          <a:p>
            <a:r>
              <a:t>the live one: 0.75 to 0.81 across runs.</a:t>
            </a:r>
          </a:p>
          <a:p/>
          <a:p>
            <a:r>
              <a:t>And that's a range, not a point, because it varies run to run. On an eighteen</a:t>
            </a:r>
          </a:p>
          <a:p>
            <a:r>
              <a:t>document golden set, a single item moves F1 by about four points. So I'd call it</a:t>
            </a:r>
          </a:p>
          <a:p>
            <a:r>
              <a:t>directional evidence that extraction works, not a benchmark. With a set this</a:t>
            </a:r>
          </a:p>
          <a:p>
            <a:r>
              <a:t>small, anyone quoting two decimal places is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I'd want you to know before anyone relied on this.</a:t>
            </a:r>
          </a:p>
          <a:p/>
          <a:p>
            <a:r>
              <a:t>The golden set is eighteen documents and I wrote it myself, so it encodes my</a:t>
            </a:r>
          </a:p>
          <a:p>
            <a:r>
              <a:t>judgement of what a good extraction looks like. That's the weakest part of the</a:t>
            </a:r>
          </a:p>
          <a:p>
            <a:r>
              <a:t>evaluation and the first thing I'd grow.</a:t>
            </a:r>
          </a:p>
          <a:p/>
          <a:p>
            <a:r>
              <a:t>Materiality is a rule - ten percent moves, twenty-five basis points. Transparent</a:t>
            </a:r>
          </a:p>
          <a:p>
            <a:r>
              <a:t>and explainable, but a real deployment would tune those per segment with the</a:t>
            </a:r>
          </a:p>
          <a:p>
            <a:r>
              <a:t>desk.</a:t>
            </a:r>
          </a:p>
          <a:p/>
          <a:p>
            <a:r>
              <a:t>Identity is a demo header standing in for SSO. The enforcement points are real</a:t>
            </a:r>
          </a:p>
          <a:p>
            <a:r>
              <a:t>and in the right places; the authentication in front of them is not.</a:t>
            </a:r>
          </a:p>
          <a:p/>
          <a:p>
            <a:r>
              <a:t>Opportunity ranking is a transparent heuristic, not a model.</a:t>
            </a:r>
          </a:p>
          <a:p/>
          <a:p>
            <a:r>
              <a:t>And storage is SQLite, which is a stand-in - but every tool contract above it is</a:t>
            </a:r>
          </a:p>
          <a:p>
            <a:r>
              <a:t>unchanged when it becomes a lakehouse.</a:t>
            </a:r>
          </a:p>
          <a:p/>
          <a:p>
            <a:r>
              <a:t>None of these are hidden in the code. They're all stated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horizons. Product first, then platform.</a:t>
            </a:r>
          </a:p>
          <a:p/>
          <a:p>
            <a:r>
              <a:t>On product: the prototype proves the hard part - that you can generate a</a:t>
            </a:r>
          </a:p>
          <a:p>
            <a:r>
              <a:t>briefing that is cited, checked and access-filtered. What it doesn't yet do is</a:t>
            </a:r>
          </a:p>
          <a:p>
            <a:r>
              <a:t>present that as three phases. Today all three live on one page. The next</a:t>
            </a:r>
          </a:p>
          <a:p>
            <a:r>
              <a:t>iteration splits them: a prepare view, a compact in-meeting view, and a capture</a:t>
            </a:r>
          </a:p>
          <a:p>
            <a:r>
              <a:t>view. Same engine, better surfacing. And briefings should be waiting at six in</a:t>
            </a:r>
          </a:p>
          <a:p>
            <a:r>
              <a:t>the morning for every meeting on the calendar, not built on a button press.</a:t>
            </a:r>
          </a:p>
          <a:p/>
          <a:p>
            <a:r>
              <a:t>On platform: CDC connectors into a governed lakehouse, entity resolution</a:t>
            </a:r>
          </a:p>
          <a:p>
            <a:r>
              <a:t>becoming a real MDM service with a steward queue. SSO to a policy engine to</a:t>
            </a:r>
          </a:p>
          <a:p>
            <a:r>
              <a:t>row-level security, with document ACLs in the vector index. Durable LangGraph</a:t>
            </a:r>
          </a:p>
          <a:p>
            <a:r>
              <a:t>checkpoints so a human can approve before anything writes to CRM. And model</a:t>
            </a:r>
          </a:p>
          <a:p>
            <a:r>
              <a:t>governance - a registry, prompt versioning, evals per release.</a:t>
            </a:r>
          </a:p>
          <a:p/>
          <a:p>
            <a:r>
              <a:t>I'd note the prompt versioning point isn't theoretical for me. I hit exactly</a:t>
            </a:r>
          </a:p>
          <a:p>
            <a:r>
              <a:t>that bug today: I changed a prompt and the cache silently served me results from</a:t>
            </a:r>
          </a:p>
          <a:p>
            <a:r>
              <a:t>the old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close.</a:t>
            </a:r>
          </a:p>
          <a:p/>
          <a:p>
            <a:r>
              <a:t>I reimagined this as a loop around the meeting rather than a document: prepare,</a:t>
            </a:r>
          </a:p>
          <a:p>
            <a:r>
              <a:t>support the conversation, capture what happened, and let that feed the next one.</a:t>
            </a:r>
          </a:p>
          <a:p/>
          <a:p>
            <a:r>
              <a:t>The design rule is one line - the LLM reads and writes, code decides - and it's</a:t>
            </a:r>
          </a:p>
          <a:p>
            <a:r>
              <a:t>what makes everything else provable.</a:t>
            </a:r>
          </a:p>
          <a:p/>
          <a:p>
            <a:r>
              <a:t>And I proved it: thirteen gates, live, including the ones I'd least like to</a:t>
            </a:r>
          </a:p>
          <a:p>
            <a:r>
              <a:t>fail. The evaluation found real defects, including one in the evaluation itself,</a:t>
            </a:r>
          </a:p>
          <a:p>
            <a:r>
              <a:t>and I've told you about them rather than hoping you wouldn't ask.</a:t>
            </a:r>
          </a:p>
          <a:p/>
          <a:p>
            <a:r>
              <a:t>Repo's on the slide. Everything is synthetic.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Client Briefing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CFE8"/>
                </a:solidFill>
                <a:latin typeface="Segoe UI"/>
              </a:rPr>
              <a:t>Reimagining how a coverage team prepares for a client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886200"/>
            <a:ext cx="1371600" cy="28575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Sai Praneeth Reddy Gogireddy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8D4"/>
                </a:solidFill>
                <a:latin typeface="Segoe UI"/>
              </a:rPr>
              <a:t>Final round  ·  17 September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8D4"/>
                </a:solidFill>
                <a:latin typeface="Segoe UI"/>
              </a:rPr>
              <a:t>Working prototype  ·  synthetic data throughout  ·  no client or firm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THE PROBLEM, REFRAMED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The real risk isn't a slow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It's a confident, wrong or leaky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84832"/>
            <a:ext cx="253585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12848"/>
            <a:ext cx="224325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3A66"/>
                </a:solidFill>
                <a:latin typeface="Segoe UI"/>
              </a:rPr>
              <a:t>8+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systems searched by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7691" y="2084832"/>
            <a:ext cx="253585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3995" y="2212848"/>
            <a:ext cx="224325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3A66"/>
                </a:solidFill>
                <a:latin typeface="Segoe UI"/>
              </a:rPr>
              <a:t>2-3 hrs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analyst prep per meeting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2" y="2084832"/>
            <a:ext cx="253585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446" y="2212848"/>
            <a:ext cx="224325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B16A00"/>
                </a:solidFill>
                <a:latin typeface="Segoe UI"/>
              </a:rPr>
              <a:t>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conflicting AUM figures in this data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78593" y="2084832"/>
            <a:ext cx="253585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4897" y="2212848"/>
            <a:ext cx="224325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B16A00"/>
                </a:solidFill>
                <a:latin typeface="Segoe UI"/>
              </a:rPr>
              <a:t>10 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since the CRM contact was updated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10637215" cy="2898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228"/>
                </a:solidFill>
                <a:latin typeface="Segoe UI"/>
              </a:rPr>
              <a:t>•  Conflicting numbers.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A6B7D"/>
                </a:solidFill>
                <a:latin typeface="Segoe UI"/>
              </a:rPr>
              <a:t>    CRM says $4.2B, the performance system says $3.8B, a meeting note says “about $4.1bn”. Which goes in the briefing?</a:t>
            </a:r>
          </a:p>
          <a:p>
            <a:pPr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1C2228"/>
                </a:solidFill>
                <a:latin typeface="Segoe UI"/>
              </a:rPr>
              <a:t>•  Stale relationships.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A6B7D"/>
                </a:solidFill>
                <a:latin typeface="Segoe UI"/>
              </a:rPr>
              <a:t>    CRM still names the outgoing CIO. You walk in and greet the wrong person.</a:t>
            </a:r>
          </a:p>
          <a:p>
            <a:pPr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1C2228"/>
                </a:solidFill>
                <a:latin typeface="Segoe UI"/>
              </a:rPr>
              <a:t>•  Commitments that live in inboxes.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A6B7D"/>
                </a:solidFill>
                <a:latin typeface="Segoe UI"/>
              </a:rPr>
              <a:t>    A client ask sits in an email thread, never reaches the CRM, and is quietly missed.</a:t>
            </a:r>
          </a:p>
          <a:p>
            <a:pPr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</a:pPr>
            <a:r>
              <a:rPr sz="1700" b="0">
                <a:solidFill>
                  <a:srgbClr val="1C2228"/>
                </a:solidFill>
                <a:latin typeface="Segoe UI"/>
              </a:rPr>
              <a:t>•  Restricted material.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5A6B7D"/>
                </a:solidFill>
                <a:latin typeface="Segoe UI"/>
              </a:rPr>
              <a:t>    Deal-team MNPI and legal-hold notes sit in the same stores and must never surface in a sales briefing.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86400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486400"/>
            <a:ext cx="45720" cy="621792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605272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A wrong briefing costs the relationship. A leaked one costs far more. Speed is the easy half of this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USERS &amp;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Who it serves, and what “good”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Success had to be testable, or the evaluation plan later is just an opinion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84832"/>
          <a:ext cx="10637214" cy="1754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187"/>
                <a:gridCol w="4254886"/>
                <a:gridCol w="404214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they need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failure looks like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3A66"/>
                          </a:solidFill>
                          <a:latin typeface="Segoe UI"/>
                        </a:rPr>
                        <a:t>Relationship manager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Walk in prepared; know what's open and what changed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Greets the wrong CIO; misses a commitment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60240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3A66"/>
                          </a:solidFill>
                          <a:latin typeface="Segoe UI"/>
                        </a:rPr>
                        <a:t>Coverage analyst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Hours of searching become minutes; evidence is one click away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Rebuilds the same picture by hand every quarter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3A66"/>
                          </a:solidFill>
                          <a:latin typeface="Segoe UI"/>
                        </a:rPr>
                        <a:t>Control functions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Nothing restricted surfaces; everything is traceable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A leak with no audit trail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113702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113702"/>
            <a:ext cx="45720" cy="62179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232574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Success = 7 questions answered  ·  every statement cited  ·  conflicts visible  ·  entitlements enforced  ·  actions tracked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2382"/>
            <a:ext cx="10637215" cy="1326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C2228"/>
                </a:solidFill>
                <a:latin typeface="Segoe UI"/>
              </a:rPr>
              <a:t>•  Each of those five is measurable, so each one became a gate in the evaluation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THE REIMAGINED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The meeting is the unit of work, not the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Not a memo, not a chatbot — a loop that gets better every time the team meets a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84832"/>
            <a:ext cx="3375050" cy="2880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84832"/>
            <a:ext cx="3375050" cy="64008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40864"/>
            <a:ext cx="297271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5EA8"/>
                </a:solidFill>
                <a:latin typeface="Segoe UI"/>
              </a:rPr>
              <a:t>BEFORE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123A66"/>
                </a:solidFill>
                <a:latin typeface="Segoe UI"/>
              </a:rPr>
              <a:t>Prepare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Unify 12 structured sources + 18 documents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Resolve entities, flag conflicts and gaps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Generate: cited, checked, access-filtered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2084832"/>
            <a:ext cx="3375050" cy="2880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8322" y="2084832"/>
            <a:ext cx="3375050" cy="64008"/>
          </a:xfrm>
          <a:prstGeom prst="rect">
            <a:avLst/>
          </a:prstGeom>
          <a:solidFill>
            <a:srgbClr val="1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9490" y="2340864"/>
            <a:ext cx="297271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23A66"/>
                </a:solidFill>
                <a:latin typeface="Segoe UI"/>
              </a:rPr>
              <a:t>DURING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123A66"/>
                </a:solidFill>
                <a:latin typeface="Segoe UI"/>
              </a:rPr>
              <a:t>In the meeting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Three talking points, not seven sections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Every claim one click from its source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What's open, what's due, what changed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9404" y="2084832"/>
            <a:ext cx="3375050" cy="2880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9404" y="2084832"/>
            <a:ext cx="3375050" cy="6400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0572" y="2340864"/>
            <a:ext cx="2972714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B7F4B"/>
                </a:solidFill>
                <a:latin typeface="Segoe UI"/>
              </a:rPr>
              <a:t>AFTER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123A66"/>
                </a:solidFill>
                <a:latin typeface="Segoe UI"/>
              </a:rPr>
              <a:t>Capture &amp; close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Paste notes → new asks and commitments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Suggested actions become tracked tasks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Feeds the next briefing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239512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239512"/>
            <a:ext cx="45720" cy="62179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5358384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The loop is the point: every meeting leaves the relationship better documented than it found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The assignment asked us not to assume the answer is a memo or a chatbot. A memo is stale on arrival; a chatbot makes the human guess what to 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OPTIONS CONSIDERED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Three options; I picked the one I could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82496"/>
          <a:ext cx="10637214" cy="2191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232"/>
                <a:gridCol w="3616653"/>
                <a:gridCol w="638232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 not / why yes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60240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F4B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3A66"/>
                          </a:solidFill>
                          <a:latin typeface="Segoe UI"/>
                        </a:rPr>
                        <a:t>Deterministic backbone, LLM at the edges, thin MCP surface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F4B"/>
                          </a:solidFill>
                          <a:latin typeface="Segoe UI"/>
                        </a:rPr>
                        <a:t>CHOSEN — predictable, evaluable, and it can't fail badly live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60240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7D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Agent-first: model chooses the tools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Flexible and demos well, but unpredictable latency, harder to evaluate, and it weakens the “where the LLM is not used” answer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60240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7D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Knowledge-graph first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228"/>
                          </a:solidFill>
                          <a:latin typeface="Segoe UI"/>
                        </a:rPr>
                        <a:t>The right long-term answer for entity resolution at scale; too large for one day and it doesn't de-risk generation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4148084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148084"/>
            <a:ext cx="45720" cy="621792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4266956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Agentic search still has a place — in follow-up Q&amp;A and over MCP, where it is bounded and still entitlement-checked.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One governed store, one set of tools, three consumers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82496"/>
            <a:ext cx="10637215" cy="786384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54864" cy="786384"/>
          </a:xfrm>
          <a:prstGeom prst="rect">
            <a:avLst/>
          </a:prstGeom>
          <a:solidFill>
            <a:srgbClr val="5A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801368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D"/>
                </a:solidFill>
                <a:latin typeface="Segoe UI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19656"/>
            <a:ext cx="807689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228"/>
                </a:solidFill>
                <a:latin typeface="Segoe UI"/>
              </a:rPr>
              <a:t>CRM  ·  Finance DW  ·  Product DW  ·  Performance  ·  Service desk  ·  Emails, notes, prior briefings, research, approved news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9464"/>
            <a:ext cx="10637215" cy="786384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69464"/>
            <a:ext cx="54864" cy="786384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688336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EA8"/>
                </a:solidFill>
                <a:latin typeface="Segoe UI"/>
              </a:rPr>
              <a:t>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06624"/>
            <a:ext cx="807689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228"/>
                </a:solidFill>
                <a:latin typeface="Segoe UI"/>
              </a:rPr>
              <a:t>Entity resolution (ID → LEI → alias → fuzzy, with a review band)  ·  Data-quality rules  ·  LLM extraction  ·  Lineage &amp; freshness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56432"/>
            <a:ext cx="10637215" cy="786384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456432"/>
            <a:ext cx="54864" cy="786384"/>
          </a:xfrm>
          <a:prstGeom prst="rect">
            <a:avLst/>
          </a:prstGeom>
          <a:solidFill>
            <a:srgbClr val="1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575304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3A66"/>
                </a:solidFill>
                <a:latin typeface="Segoe UI"/>
              </a:rPr>
              <a:t>CANONICAL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93592"/>
            <a:ext cx="807689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228"/>
                </a:solidFill>
                <a:latin typeface="Segoe UI"/>
              </a:rPr>
              <a:t>SQLite standing in for a governed lakehouse  —  crosswalk, DQ issues, lineage, audit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343400"/>
            <a:ext cx="10637215" cy="786384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43400"/>
            <a:ext cx="54864" cy="786384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4462272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EA8"/>
                </a:solidFill>
                <a:latin typeface="Segoe UI"/>
              </a:rPr>
              <a:t>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480560"/>
            <a:ext cx="807689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228"/>
                </a:solidFill>
                <a:latin typeface="Segoe UI"/>
              </a:rPr>
              <a:t>Principal (identity × purpose) → entitlement-checked tools → LangGraph: 7 sections in parallel → verifier →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30368"/>
            <a:ext cx="10637215" cy="786384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30368"/>
            <a:ext cx="54864" cy="786384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534924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B7F4B"/>
                </a:solidFill>
                <a:latin typeface="Segoe UI"/>
              </a:rPr>
              <a:t>CONSUMERS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367528"/>
            <a:ext cx="807689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228"/>
                </a:solidFill>
                <a:latin typeface="Segoe UI"/>
              </a:rPr>
              <a:t>React UI  ·  MCP server  ·  Evaluation harness &amp; CI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Entitlements are enforced before retrieval and before prompting, never after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WHERE THE LLM IS USED — AND WHERE IT ISN'T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The LLM reads and writes. Code decides.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82496"/>
          <a:ext cx="10637214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7536"/>
                <a:gridCol w="957349"/>
                <a:gridCol w="6382329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LLM?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Entity resolution, dedupe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A wrong merge is a data-access incident. Must be explainable and repeatable.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Entitlements, information barrier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Security decisions are never probabilistic.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Metrics, materiality, which AUM to use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Numbers must be exact and auditable.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Conflict detection, commitment status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Deterministic comparison of sources and dates.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Uncertainty section, withheld notices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Must never be smoothed over — which is exactly what a model would do.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Reading asks &amp; commitments from free text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Schema-validated, cached, scored against human labels. Restricted docs never sent.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Writing 4 narrative sections + talking points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Evidence pack only, must cite, verified, retry once, then deterministic fallback.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DATA UNIFICATION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Resolution is a ladder with a human in the middle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A wrong merge shows one client's data to another client's coverage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84832"/>
          <a:ext cx="1063721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77"/>
                <a:gridCol w="6595073"/>
                <a:gridCol w="319116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Rung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Match on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client_id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Merge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LEI  —  recovers the migration record MIG-77 that has no client_id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Merge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Exact alias  —  “NWCP”, “Evergreen TRS”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Merge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Fuzzy ≥ 90  —  “Northwind Capitol Partners” (typo) scores 96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Merge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Fuzzy 75-89  —  “Northwood Capital Group” scores 75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16A00"/>
                          </a:solidFill>
                          <a:latin typeface="Segoe UI"/>
                        </a:rPr>
                        <a:t>Hold for a data steward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Below 75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A6B7D"/>
                          </a:solidFill>
                          <a:latin typeface="Segoe UI"/>
                        </a:rPr>
                        <a:t>Unresolved, surfaced as a DQ issue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047488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047488"/>
            <a:ext cx="45720" cy="621792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166360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Four characters separate a merge from an incident. That decision belongs in code with a review band, not in a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IDENTITY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Filter before retrieval, never after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82496"/>
            <a:ext cx="4800600" cy="4626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Principal = identity × purpose.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The same person gets different answers doing meeting prep vs supervisory review.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Three levels of check.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Row (coverage), field (revenue is confidential), document (classification × purpose).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MNPI has zero footprint.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Not hidden — not counted. You can't infer a deal exists from a withheld count.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MCP identity comes from the host.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Never a tool argument. A model cannot choose whose permissions it runs with.</a:t>
            </a:r>
          </a:p>
        </p:txBody>
      </p:sp>
      <p:pic>
        <p:nvPicPr>
          <p:cNvPr id="6" name="Picture 5" descr="screenshot_analy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82496"/>
            <a:ext cx="5516575" cy="3447859"/>
          </a:xfrm>
          <a:prstGeom prst="rect">
            <a:avLst/>
          </a:prstGeom>
          <a:ln w="9525">
            <a:solidFill>
              <a:srgbClr val="D8DF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Coverage Analyst view: revenue withheld and declared, one fewer client in the list, and the briefing rebuilt without the data — not redacted after the fact.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Ava Chen preparing for tomorrow's Northwind meeting with the new 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084832"/>
          <a:ext cx="1063721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60"/>
                <a:gridCol w="3297536"/>
                <a:gridCol w="6807817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Beat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to watch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Build the briefing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11 sources, 3 conflicts, 0 withheld — built in about four seconds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Talking points → click a citation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Every statement traces to a source document, one click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Asks &amp; commitments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“Not tracked in CRM” and “Due at this meeting” — the ask that would have been missed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Uncertain / conflicting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Four AUM figures, the one chosen and why; the stale CIO; the near-miss held for review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Create the suggested action → rebuild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The flag clears. The briefing drives the workflow, it doesn't just describe it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Switch to Leo, then Ben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Revenue withheld and declared; then a 403 — the client isn't even listed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Run trace → post-meeting notes → evals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Every step, tool call and token; notes become commitments; all 13 gates green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Backup: screenshots on the following slides, and offline mode (LLM_MODE=offline) runs the whole flow with no network.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EVALUATION PLAN: HOW WE SHOW IT'S SAFE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13 gates, five families, running in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82496"/>
          <a:ext cx="10637214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210"/>
                <a:gridCol w="6382329"/>
                <a:gridCol w="2765675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Family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Gates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Bar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Safety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Restricted-content leakage  ·  access-control outcomes per role  ·  prompt-injection resistance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100%, non-negotiable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Groundedness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Citation validity  ·  numeric faithfulness against the cited source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Completeness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All 7 questions answered  ·  conflict recall  ·  ledger status  ·  withheld accuracy  ·  entity resolution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Components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Retrieval hit@5  ·  extraction F1 vs human labels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5EA8"/>
                          </a:solidFill>
                          <a:latin typeface="Segoe UI"/>
                        </a:rPr>
                        <a:t>≥ 0.75  /  ≥ 0.70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23A66"/>
                          </a:solidFill>
                          <a:latin typeface="Segoe UI"/>
                        </a:rPr>
                        <a:t>Operational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Latency  ·  LLM calls  ·  tokens  ·  verifier rejections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5A6B7D"/>
                          </a:solidFill>
                          <a:latin typeface="Segoe UI"/>
                        </a:rPr>
                        <a:t>Tracked, reported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138928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138928"/>
            <a:ext cx="45720" cy="621792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5257800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When a gate failed I fixed the prompt, never the threshold. A gate you move when it's inconvenient isn't a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WHAT THE EVALUATION ACTUALLY CAUGHT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The offline suite was green. The live run found five defects.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Including one in the evaluation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591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596896"/>
          <a:ext cx="10637213" cy="3223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88"/>
                <a:gridCol w="4042141"/>
                <a:gridCol w="6169584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Defect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 offline couldn't catch it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56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16A0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New CIO's name rendered as “None” on the conflict card and the CRM action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The prompt never defined which person the “person” field meant. Offline replays human labels that already had the name.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6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16A0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3A66"/>
                          </a:solidFill>
                          <a:latin typeface="Segoe UI"/>
                        </a:rPr>
                        <a:t>Scorecard reported 0 verifier rejections — and it was wrong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A66"/>
                          </a:solidFill>
                          <a:latin typeface="Segoe UI"/>
                        </a:rPr>
                        <a:t>The summary failed verification on every build and fell back silently. The metric summed sections only; the summary wasn't in the denominator.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6B7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Extraction cache ignored the prompt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Prompt edits were masked by stale cache — I was scoring the old prompt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6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6B7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“Thursday” in an email vs a Friday meeting in the calendar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The model can't resolve an ambiguous relative date; the deadline now resolves against the system of record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568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A6B7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Hard-coded temperature, and a reset path that failed on Windows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228"/>
                          </a:solidFill>
                          <a:latin typeface="Segoe UI"/>
                        </a:rPr>
                        <a:t>Environment-specific — invisible in a Linux sandbox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998464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998464"/>
            <a:ext cx="45720" cy="621792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6117336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An uninstrumented surface always looks perfect. “Zero” only means something once you know what was counted.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All 13 gates pass on the live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898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D"/>
                </a:solidFill>
                <a:latin typeface="Segoe UI"/>
              </a:rPr>
              <a:t>Measured against gpt-4o-mini, not simulated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47088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84832"/>
            <a:ext cx="163570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12848"/>
            <a:ext cx="134310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7F4B"/>
                </a:solidFill>
                <a:latin typeface="Segoe UI"/>
              </a:rPr>
              <a:t>13 / 13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gates passing,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7541" y="2084832"/>
            <a:ext cx="163570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3845" y="2212848"/>
            <a:ext cx="134310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7F4B"/>
                </a:solidFill>
                <a:latin typeface="Segoe UI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restricted-content leaks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7842" y="2084832"/>
            <a:ext cx="163570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4146" y="2212848"/>
            <a:ext cx="134310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7F4B"/>
                </a:solidFill>
                <a:latin typeface="Segoe UI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verifier rejections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8143" y="2084832"/>
            <a:ext cx="163570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2212848"/>
            <a:ext cx="134310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3A66"/>
                </a:solidFill>
                <a:latin typeface="Segoe UI"/>
              </a:rPr>
              <a:t>4.4s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to build a briefing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8444" y="2084832"/>
            <a:ext cx="163570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4748" y="2212848"/>
            <a:ext cx="134310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3A66"/>
                </a:solidFill>
                <a:latin typeface="Segoe UI"/>
              </a:rPr>
              <a:t>~5k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tokens per briefing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8745" y="2084832"/>
            <a:ext cx="1635709" cy="932688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5049" y="2212848"/>
            <a:ext cx="134310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3A66"/>
                </a:solidFill>
                <a:latin typeface="Segoe UI"/>
              </a:rPr>
              <a:t>&lt; $0.01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cost per briefing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77240" y="3273552"/>
          <a:ext cx="1063721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886"/>
                <a:gridCol w="2552931"/>
                <a:gridCol w="2552931"/>
                <a:gridCol w="1276465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Offline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Live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anchor="ctr" marL="91440" marR="91440">
                    <a:solidFill>
                      <a:srgbClr val="123A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Leakage / access control / injection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0  ·  100%  ·  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0  ·  100%  ·  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absolute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Citation validity, numeric faithfulness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Coverage, conflicts, ledger, entity resolution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Retrieval hit@5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B7F4B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≥ 0.75</a:t>
                      </a:r>
                    </a:p>
                  </a:txBody>
                  <a:tcPr anchor="ctr" marL="91440" marR="91440" marT="36576" marB="36576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16A00"/>
                          </a:solidFill>
                          <a:latin typeface="Segoe UI"/>
                        </a:rPr>
                        <a:t>Extraction F1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B16A00"/>
                          </a:solidFill>
                          <a:latin typeface="Segoe UI"/>
                        </a:rPr>
                        <a:t>1.00  — replay, not a measurement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16A00"/>
                          </a:solidFill>
                          <a:latin typeface="Segoe UI"/>
                        </a:rPr>
                        <a:t>0.75 – 0.81 across runs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228"/>
                          </a:solidFill>
                          <a:latin typeface="Segoe UI"/>
                        </a:rPr>
                        <a:t>≥ 0.70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77240" y="5779008"/>
            <a:ext cx="10637215" cy="8412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79008"/>
            <a:ext cx="45720" cy="841248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897880"/>
            <a:ext cx="10198303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On an 18-document golden set one item moves F1 by ~4 points. That's directional evidence, not a benchmark — and I'd rather say so than quote two decimals.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TRADE-OFFS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What I'd want you to know before relying on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82496"/>
            <a:ext cx="10637215" cy="4626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The golden set is 18 documents, and I wrote it.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It encodes my judgement of a good extraction. This is the weakest part of the evaluation and the first thing I'd grow — in production, from real entitled corrections.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Offline extraction F1 of 1.0 is replay, not accuracy.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Offline mode replays the human labels, so agreement is guaranteed. The live number is the only real one.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Materiality is a rule, not a model.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10% moves, 25bp vs benchmark. Transparent and explainable, but a real deployment would tune thresholds per segment with the desk.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Identity is a demo header standing in for SSO.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The enforcement points are real and correctly placed; the authentication in front of them is not.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</a:pPr>
            <a:r>
              <a:rPr sz="1500" b="0">
                <a:solidFill>
                  <a:srgbClr val="1C2228"/>
                </a:solidFill>
                <a:latin typeface="Segoe UI"/>
              </a:rPr>
              <a:t>•  SQLite, BM25, heuristic opportunity ranking.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5A6B7D"/>
                </a:solidFill>
                <a:latin typeface="Segoe UI"/>
              </a:rPr>
              <a:t>    Deliberate MVP choices. Each swaps out behind an unchanged tool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B7D"/>
                </a:solidFill>
                <a:latin typeface="Segoe UI"/>
              </a:rPr>
              <a:t>All of these are stated in the README, not buried in the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5EA8"/>
                </a:solidFill>
                <a:latin typeface="Segoe UI"/>
              </a:rPr>
              <a:t>PRODUCT, THEN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3A66"/>
                </a:solidFill>
                <a:latin typeface="Segoe UI"/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952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82496"/>
            <a:ext cx="5158587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5158587" cy="64008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956816"/>
            <a:ext cx="471967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F5EA8"/>
                </a:solidFill>
                <a:latin typeface="Segoe UI"/>
              </a:rPr>
              <a:t>PRODUCT — finish the reimagining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Split the one page into three phases: prepare, in-meeting, capture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Briefings pre-built at 06:00 for every meeting on the calendar — not on a button press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In-meeting view: three talking points and a capture box, nothing else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Steward queue for the entity-resolution review band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5867" y="1682496"/>
            <a:ext cx="5158587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5867" y="1682496"/>
            <a:ext cx="5158587" cy="64008"/>
          </a:xfrm>
          <a:prstGeom prst="rect">
            <a:avLst/>
          </a:prstGeom>
          <a:solidFill>
            <a:srgbClr val="1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323" y="1956816"/>
            <a:ext cx="471967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123A66"/>
                </a:solidFill>
                <a:latin typeface="Segoe UI"/>
              </a:rPr>
              <a:t>PLATFORM — production scale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CDC connectors → governed lakehouse; MDM service for entity resolution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SSO/OIDC → policy engine (OPA) → row-level security + ACL-filtered vector search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Durable LangGraph checkpoints; human approval before any CRM write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0">
                <a:solidFill>
                  <a:srgbClr val="1C2228"/>
                </a:solidFill>
                <a:latin typeface="Segoe UI"/>
              </a:rPr>
              <a:t>•  Model registry, prompt versioning, evals per release, LLM-as-judge alongside rule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111496"/>
            <a:ext cx="10637215" cy="62179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5111496"/>
            <a:ext cx="45720" cy="62179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5230368"/>
            <a:ext cx="101983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A66"/>
                </a:solidFill>
                <a:latin typeface="Segoe UI"/>
              </a:rPr>
              <a:t>The prototype proves the hard part — governed, verified generation. What's left is surfacing it well and hardening the platform underneath.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Trustworthy by construction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9CFE8"/>
                </a:solidFill>
                <a:latin typeface="Segoe UI"/>
              </a:rPr>
              <a:t>cited  ·  entitled  ·  evaluated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00400"/>
            <a:ext cx="1371600" cy="28575"/>
          </a:xfrm>
          <a:prstGeom prst="rect">
            <a:avLst/>
          </a:prstGeom>
          <a:solidFill>
            <a:srgbClr val="1F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A loop around the meeting, not a document that goes stale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The LLM reads and writes; code decides — which is what makes it provable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13 gates passing live, and an honest account of what they caught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FC2F0"/>
                </a:solidFill>
                <a:latin typeface="Segoe UI"/>
              </a:rPr>
              <a:t>github.com/praneethgogi/client-briefing-intel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A4C2"/>
                </a:solidFill>
                <a:latin typeface="Segoe UI"/>
              </a:rPr>
              <a:t>All companies, people, numbers and events are fictional and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